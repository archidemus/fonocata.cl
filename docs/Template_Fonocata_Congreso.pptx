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37160" cy="53035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64748B"/>
                </a:solidFill>
                <a:latin typeface="Nunito"/>
              </a:rPr>
              <a:t>CONGRESO IBEROAMERICANO DE VOZ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91440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 i="0">
                <a:solidFill>
                  <a:srgbClr val="1E293B"/>
                </a:solidFill>
                <a:latin typeface="Nunito"/>
              </a:rPr>
              <a:t>Título de tu
Presentación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64748B"/>
                </a:solidFill>
                <a:latin typeface="Inter"/>
              </a:rPr>
              <a:t>Subtítulo o descripción breve de la presentación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4846320"/>
            <a:ext cx="274320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5120640"/>
            <a:ext cx="457200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212080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93B"/>
                </a:solidFill>
                <a:latin typeface="Nunito"/>
              </a:rPr>
              <a:t>Catalina Orellana Molnar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532120"/>
            <a:ext cx="40233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8B5CF6"/>
                </a:solidFill>
                <a:latin typeface="Inter"/>
              </a:rPr>
              <a:t>Fonoaudióloga Clínica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760720"/>
            <a:ext cx="40233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fonocata.cl | @fonocata.cl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207007" cy="320040"/>
          </a:xfrm>
          <a:prstGeom prst="roundRect">
            <a:avLst/>
          </a:prstGeom>
          <a:solidFill>
            <a:srgbClr val="EDE9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841247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64748B"/>
                </a:solidFill>
                <a:latin typeface="Nunito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E293B"/>
                </a:solidFill>
                <a:latin typeface="Nunito"/>
              </a:rPr>
              <a:t>Contenidos de la Presentación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2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7C3AED"/>
                </a:solidFill>
                <a:latin typeface="Nunit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828800"/>
            <a:ext cx="4709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293B"/>
                </a:solidFill>
                <a:latin typeface="Nunito"/>
              </a:rPr>
              <a:t>Introducción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103120"/>
            <a:ext cx="4709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Contexto y motivación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1874520"/>
            <a:ext cx="411480" cy="41148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2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7C3AED"/>
                </a:solidFill>
                <a:latin typeface="Nunit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828800"/>
            <a:ext cx="4709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293B"/>
                </a:solidFill>
                <a:latin typeface="Nunito"/>
              </a:rPr>
              <a:t>Marco Teórico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103120"/>
            <a:ext cx="4709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Fundamentos y evidencia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9748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7C3AED"/>
                </a:solidFill>
                <a:latin typeface="Nunit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651760"/>
            <a:ext cx="4709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293B"/>
                </a:solidFill>
                <a:latin typeface="Nunito"/>
              </a:rPr>
              <a:t>Metodología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926080"/>
            <a:ext cx="4709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Diseño del estudio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2697480"/>
            <a:ext cx="411480" cy="41148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69748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7C3AED"/>
                </a:solidFill>
                <a:latin typeface="Nunit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651760"/>
            <a:ext cx="4709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293B"/>
                </a:solidFill>
                <a:latin typeface="Nunito"/>
              </a:rPr>
              <a:t>Resultados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926080"/>
            <a:ext cx="4709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Hallazgos principales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3520440"/>
            <a:ext cx="411480" cy="41148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2044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7C3AED"/>
                </a:solidFill>
                <a:latin typeface="Nunit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474720"/>
            <a:ext cx="4709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293B"/>
                </a:solidFill>
                <a:latin typeface="Nunito"/>
              </a:rPr>
              <a:t>Discusión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749040"/>
            <a:ext cx="4709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Análisis e implicancias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520440"/>
            <a:ext cx="411480" cy="41148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52044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7C3AED"/>
                </a:solidFill>
                <a:latin typeface="Nunito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474720"/>
            <a:ext cx="4709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293B"/>
                </a:solidFill>
                <a:latin typeface="Nunito"/>
              </a:rPr>
              <a:t>Conclusiones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749040"/>
            <a:ext cx="4709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Síntesis y proyecciones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190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Catalina Orellana M. | Fonoaudióloga | fonocata.cl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7C3AED"/>
            </a:gs>
            <a:gs pos="100000">
              <a:srgbClr val="0F172A"/>
            </a:gs>
          </a:gsLst>
          <a:lin scaled="1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-1828800"/>
            <a:ext cx="5486400" cy="5486400"/>
          </a:xfrm>
          <a:prstGeom prst="ellipse">
            <a:avLst/>
          </a:prstGeom>
          <a:solidFill>
            <a:srgbClr val="A78BF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93C5FD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B5FD"/>
                </a:solidFill>
                <a:latin typeface="Nunito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560320"/>
            <a:ext cx="2011680" cy="0"/>
          </a:xfrm>
          <a:prstGeom prst="line">
            <a:avLst/>
          </a:prstGeom>
          <a:ln w="2540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834640"/>
            <a:ext cx="91440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Nunito"/>
              </a:rPr>
              <a:t>Título de la Sección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4B5FD"/>
                </a:solidFill>
                <a:latin typeface="Inter"/>
              </a:rPr>
              <a:t>Descripción breve del contenido de esta sección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190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Catalina Orellana M. | Fonoaudióloga | fonocata.cl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16736" cy="320040"/>
          </a:xfrm>
          <a:prstGeom prst="roundRect">
            <a:avLst/>
          </a:prstGeom>
          <a:solidFill>
            <a:srgbClr val="EDE9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95097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64748B"/>
                </a:solidFill>
                <a:latin typeface="Nunito"/>
              </a:rPr>
              <a:t>SECCIÓN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E293B"/>
                </a:solidFill>
                <a:latin typeface="Nunito"/>
              </a:rPr>
              <a:t>Título del Contenido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1554480"/>
            <a:ext cx="201168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1828800"/>
            <a:ext cx="10728655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10058400" cy="3474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34155"/>
                </a:solidFill>
                <a:latin typeface="Inter"/>
              </a:rPr>
              <a:t>Escribe aquí el contenido principal de tu diapositiva. Puedes incluir párrafos de texto, listas o cualquier información relevante.
• Primer punto importante
• Segundo punto relevante
• Tercer punto de discusión
Texto adicional para contexto o explicación complementaria.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190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Catalina Orellana M. | Fonoaudióloga | fonocata.cl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16736" cy="320040"/>
          </a:xfrm>
          <a:prstGeom prst="roundRect">
            <a:avLst/>
          </a:prstGeom>
          <a:solidFill>
            <a:srgbClr val="EDE9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95097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64748B"/>
                </a:solidFill>
                <a:latin typeface="Nunito"/>
              </a:rPr>
              <a:t>SECCIÓN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E293B"/>
                </a:solidFill>
                <a:latin typeface="Nunito"/>
              </a:rPr>
              <a:t>Título — Dos Columnas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731520" cy="7315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293B"/>
                </a:solidFill>
                <a:latin typeface="Nunito"/>
              </a:rPr>
              <a:t>Columna Uno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45720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75569"/>
                </a:solidFill>
                <a:latin typeface="Inter"/>
              </a:rPr>
              <a:t>Contenido de la primera columna. Describe el concepto, hallazgo o idea principal.
• Punto relevante
• Dato importante
• Observación clave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12064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731520" cy="7315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293B"/>
                </a:solidFill>
                <a:latin typeface="Nunito"/>
              </a:rPr>
              <a:t>Columna 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45720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75569"/>
                </a:solidFill>
                <a:latin typeface="Inter"/>
              </a:rPr>
              <a:t>Contenido de la segunda columna. Complementa o contrasta con la primera.
• Punto relevante
• Dato importante
• Observación clave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190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Catalina Orellana M. | Fonoaudióloga | fonocata.cl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16736" cy="320040"/>
          </a:xfrm>
          <a:prstGeom prst="roundRect">
            <a:avLst/>
          </a:prstGeom>
          <a:solidFill>
            <a:srgbClr val="EDE9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95097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64748B"/>
                </a:solidFill>
                <a:latin typeface="Nunito"/>
              </a:rPr>
              <a:t>SECCIÓN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E293B"/>
                </a:solidFill>
                <a:latin typeface="Nunito"/>
              </a:rPr>
              <a:t>Título — Tres Columnas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548640" cy="7315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286000"/>
            <a:ext cx="457200" cy="4572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0" i="0">
                <a:solidFill>
                  <a:srgbClr val="334155"/>
                </a:solidFill>
                <a:latin typeface="Inter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E293B"/>
                </a:solidFill>
                <a:latin typeface="Nunito"/>
              </a:rPr>
              <a:t>Concepto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83280"/>
            <a:ext cx="283464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569"/>
                </a:solidFill>
                <a:latin typeface="Inter"/>
              </a:rPr>
              <a:t>Describe aquí el contenido de esta columna.
• Punto uno
• Punto dos
• Punto tres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329184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60" y="2011680"/>
            <a:ext cx="548640" cy="7315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0" i="0">
                <a:solidFill>
                  <a:srgbClr val="334155"/>
                </a:solidFill>
                <a:latin typeface="Inter"/>
              </a:rPr>
              <a:t>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2608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E293B"/>
                </a:solidFill>
                <a:latin typeface="Nunito"/>
              </a:rPr>
              <a:t>Concepto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383280"/>
            <a:ext cx="283464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569"/>
                </a:solidFill>
                <a:latin typeface="Inter"/>
              </a:rPr>
              <a:t>Describe aquí el contenido de esta columna.
• Punto uno
• Punto dos
• Punto tres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2011680"/>
            <a:ext cx="548640" cy="73152"/>
          </a:xfrm>
          <a:prstGeom prst="round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92440" y="2286000"/>
            <a:ext cx="457200" cy="45720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28600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0" i="0">
                <a:solidFill>
                  <a:srgbClr val="334155"/>
                </a:solidFill>
                <a:latin typeface="Inter"/>
              </a:rPr>
              <a:t>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926080"/>
            <a:ext cx="2834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E293B"/>
                </a:solidFill>
                <a:latin typeface="Nunito"/>
              </a:rPr>
              <a:t>Concepto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383280"/>
            <a:ext cx="283464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75569"/>
                </a:solidFill>
                <a:latin typeface="Inter"/>
              </a:rPr>
              <a:t>Describe aquí el contenido de esta columna.
• Punto uno
• Punto dos
• Punto tres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190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Catalina Orellana M. | Fonoaudióloga | fonocata.cl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16736" cy="320040"/>
          </a:xfrm>
          <a:prstGeom prst="roundRect">
            <a:avLst/>
          </a:prstGeom>
          <a:solidFill>
            <a:srgbClr val="EDE9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95097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64748B"/>
                </a:solidFill>
                <a:latin typeface="Nunito"/>
              </a:rPr>
              <a:t>SECCIÓN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E293B"/>
                </a:solidFill>
                <a:latin typeface="Nunito"/>
              </a:rPr>
              <a:t>Título — Cuatro Elementos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20640" cy="1920240"/>
          </a:xfrm>
          <a:prstGeom prst="roundRect">
            <a:avLst/>
          </a:prstGeom>
          <a:solidFill>
            <a:srgbClr val="EDE9FE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0116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0" i="0">
                <a:solidFill>
                  <a:srgbClr val="334155"/>
                </a:solidFill>
                <a:latin typeface="Inter"/>
              </a:rPr>
              <a:t>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1168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93B"/>
                </a:solidFill>
                <a:latin typeface="Nunito"/>
              </a:rPr>
              <a:t>Elemento Uno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377440"/>
            <a:ext cx="3931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75569"/>
                </a:solidFill>
                <a:latin typeface="Inter"/>
              </a:rPr>
              <a:t>Descripción breve de este elemento o concepto clave.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5120640" cy="1920240"/>
          </a:xfrm>
          <a:prstGeom prst="roundRect">
            <a:avLst/>
          </a:prstGeom>
          <a:solidFill>
            <a:srgbClr val="DBEAFE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0" i="0">
                <a:solidFill>
                  <a:srgbClr val="334155"/>
                </a:solidFill>
                <a:latin typeface="Inter"/>
              </a:rPr>
              <a:t>🍽️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01168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93B"/>
                </a:solidFill>
                <a:latin typeface="Nunito"/>
              </a:rPr>
              <a:t>Elemento 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377440"/>
            <a:ext cx="3931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75569"/>
                </a:solidFill>
                <a:latin typeface="Inter"/>
              </a:rPr>
              <a:t>Descripción breve de este elemento o concepto clave.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120640" cy="1920240"/>
          </a:xfrm>
          <a:prstGeom prst="roundRect">
            <a:avLst/>
          </a:prstGeom>
          <a:solidFill>
            <a:srgbClr val="FCE7F3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2062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4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0" i="0">
                <a:solidFill>
                  <a:srgbClr val="334155"/>
                </a:solidFill>
                <a:latin typeface="Inter"/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20624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93B"/>
                </a:solidFill>
                <a:latin typeface="Nunito"/>
              </a:rPr>
              <a:t>Elemento Tres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572000"/>
            <a:ext cx="3931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75569"/>
                </a:solidFill>
                <a:latin typeface="Inter"/>
              </a:rPr>
              <a:t>Descripción breve de este elemento o concepto clave.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120640" cy="1920240"/>
          </a:xfrm>
          <a:prstGeom prst="roundRect">
            <a:avLst/>
          </a:prstGeom>
          <a:solidFill>
            <a:srgbClr val="D1FAE5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0" y="42062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20624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0" i="0">
                <a:solidFill>
                  <a:srgbClr val="334155"/>
                </a:solidFill>
                <a:latin typeface="Inter"/>
              </a:rPr>
              <a:t>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20624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E293B"/>
                </a:solidFill>
                <a:latin typeface="Nunito"/>
              </a:rPr>
              <a:t>Elemento Cuatro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572000"/>
            <a:ext cx="3931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475569"/>
                </a:solidFill>
                <a:latin typeface="Inter"/>
              </a:rPr>
              <a:t>Descripción breve de este elemento o concepto clave.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190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Catalina Orellana M. | Fonoaudióloga | fonocata.cl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16736" cy="320040"/>
          </a:xfrm>
          <a:prstGeom prst="roundRect">
            <a:avLst/>
          </a:prstGeom>
          <a:solidFill>
            <a:srgbClr val="EDE9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95097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64748B"/>
                </a:solidFill>
                <a:latin typeface="Nunito"/>
              </a:rPr>
              <a:t>SECCIÓN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5486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E293B"/>
                </a:solidFill>
                <a:latin typeface="Nunito"/>
              </a:rPr>
              <a:t>Título con Imagen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30352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34155"/>
                </a:solidFill>
                <a:latin typeface="Inter"/>
              </a:rPr>
              <a:t>Contenido principal de la diapositiva.
• Primer punto relevante
• Segundo punto de discusión
• Tercer hallazgo importante
Texto adicional para explicar o contextualizar los puntos anteriores.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63040"/>
            <a:ext cx="4754880" cy="45720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108960"/>
            <a:ext cx="47548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0" i="0">
                <a:solidFill>
                  <a:srgbClr val="334155"/>
                </a:solidFill>
                <a:latin typeface="Inter"/>
              </a:rPr>
              <a:t>🖼️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84048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94A3B8"/>
                </a:solidFill>
                <a:latin typeface="Inter"/>
              </a:rPr>
              <a:t>Inserta tu imagen aquí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190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Catalina Orellana M. | Fonoaudióloga | fonocata.cl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19695" y="-2743200"/>
            <a:ext cx="7315200" cy="7315200"/>
          </a:xfrm>
          <a:prstGeom prst="ellipse">
            <a:avLst/>
          </a:prstGeom>
          <a:solidFill>
            <a:srgbClr val="EDE9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2011680"/>
            <a:ext cx="73152" cy="27432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2011680"/>
            <a:ext cx="68580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i="1">
                <a:solidFill>
                  <a:srgbClr val="1E293B"/>
                </a:solidFill>
                <a:latin typeface="Nunito"/>
              </a:rPr>
              <a:t>"Una cita o hallazgo relevante que quieras destacar en tu presentación."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572000"/>
            <a:ext cx="6858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8B5CF6"/>
                </a:solidFill>
                <a:latin typeface="Inter"/>
              </a:rPr>
              <a:t>— Autor / Fuente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190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Catalina Orellana M. | Fonoaudióloga | fonocata.cl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DBEAF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097280" cy="320040"/>
          </a:xfrm>
          <a:prstGeom prst="roundRect">
            <a:avLst/>
          </a:prstGeom>
          <a:solidFill>
            <a:srgbClr val="EDE9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 i="0">
                <a:solidFill>
                  <a:srgbClr val="64748B"/>
                </a:solidFill>
                <a:latin typeface="Nunito"/>
              </a:rPr>
              <a:t>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E293B"/>
                </a:solidFill>
                <a:latin typeface="Nunito"/>
              </a:rPr>
              <a:t>Datos y Resultados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047" y="2011680"/>
            <a:ext cx="3291840" cy="3200400"/>
          </a:xfrm>
          <a:prstGeom prst="roundRect">
            <a:avLst/>
          </a:prstGeom>
          <a:solidFill>
            <a:srgbClr val="EDE9FE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2560320"/>
            <a:ext cx="329184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400" b="1" i="0">
                <a:solidFill>
                  <a:srgbClr val="A78BFA"/>
                </a:solidFill>
                <a:latin typeface="Nunito"/>
              </a:rPr>
              <a:t>85%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18207" y="3566160"/>
            <a:ext cx="731520" cy="5486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047" y="3840480"/>
            <a:ext cx="32918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475569"/>
                </a:solidFill>
                <a:latin typeface="Inter"/>
              </a:rPr>
              <a:t>Tasa de
Mejoría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9927" y="2011680"/>
            <a:ext cx="3291840" cy="3200400"/>
          </a:xfrm>
          <a:prstGeom prst="roundRect">
            <a:avLst/>
          </a:prstGeom>
          <a:solidFill>
            <a:srgbClr val="DBEAFE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9927" y="2560320"/>
            <a:ext cx="329184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400" b="1" i="0">
                <a:solidFill>
                  <a:srgbClr val="60A5FA"/>
                </a:solidFill>
                <a:latin typeface="Nunito"/>
              </a:rPr>
              <a:t>120+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30087" y="3566160"/>
            <a:ext cx="731520" cy="5486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9927" y="3840480"/>
            <a:ext cx="32918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475569"/>
                </a:solidFill>
                <a:latin typeface="Inter"/>
              </a:rPr>
              <a:t>Pacientes
Atendidos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807" y="2011680"/>
            <a:ext cx="3291840" cy="3200400"/>
          </a:xfrm>
          <a:prstGeom prst="roundRect">
            <a:avLst/>
          </a:prstGeom>
          <a:solidFill>
            <a:srgbClr val="FCE7F3"/>
          </a:solidFill>
          <a:ln w="31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1807" y="2560320"/>
            <a:ext cx="329184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400" b="1" i="0">
                <a:solidFill>
                  <a:srgbClr val="F9A8D4"/>
                </a:solidFill>
                <a:latin typeface="Nunito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1967" y="3566160"/>
            <a:ext cx="731520" cy="54864"/>
          </a:xfrm>
          <a:prstGeom prst="round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1807" y="3840480"/>
            <a:ext cx="32918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475569"/>
                </a:solidFill>
                <a:latin typeface="Inter"/>
              </a:rPr>
              <a:t>Áreas de
Especialidad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1">
                <a:solidFill>
                  <a:srgbClr val="94A3B8"/>
                </a:solidFill>
                <a:latin typeface="Inter"/>
              </a:rPr>
              <a:t>Nota: Puedes reemplazar estos datos con tus propios resultados o estadísticas.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1905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Catalina Orellana M. | Fonoaudióloga | fonocata.cl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7C3AED"/>
            </a:gs>
            <a:gs pos="100000">
              <a:srgbClr val="0F172A"/>
            </a:gs>
          </a:gsLst>
          <a:lin scaled="1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3657600" cy="3657600"/>
          </a:xfrm>
          <a:prstGeom prst="ellipse">
            <a:avLst/>
          </a:prstGeom>
          <a:solidFill>
            <a:srgbClr val="93C5F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 i="0">
                <a:solidFill>
                  <a:srgbClr val="FFFFFF"/>
                </a:solidFill>
                <a:latin typeface="Nunito"/>
              </a:rPr>
              <a:t>¡Gracias!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C4B5FD"/>
                </a:solidFill>
                <a:latin typeface="Nunito"/>
              </a:rPr>
              <a:t>Catalina Orellana Molnar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474720"/>
            <a:ext cx="2011680" cy="0"/>
          </a:xfrm>
          <a:prstGeom prst="line">
            <a:avLst/>
          </a:prstGeom>
          <a:ln w="25400">
            <a:solidFill>
              <a:srgbClr val="C4B5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84048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FFFFF"/>
                </a:solidFill>
                <a:latin typeface="Inter"/>
              </a:rPr>
              <a:t>📧  catalina.orellanamol@gmail.com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FFFFF"/>
                </a:solidFill>
                <a:latin typeface="Inter"/>
              </a:rPr>
              <a:t>📱  +56 9 5632 0835 (WhatsApp)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FFFFF"/>
                </a:solidFill>
                <a:latin typeface="Inter"/>
              </a:rPr>
              <a:t>🌐  fonocata.cl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FFFFF"/>
                </a:solidFill>
                <a:latin typeface="Inter"/>
              </a:rPr>
              <a:t>📸  @fonocata.cl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695" y="5943600"/>
            <a:ext cx="3840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C4B5FD"/>
                </a:solidFill>
                <a:latin typeface="Inter"/>
              </a:rPr>
              <a:t>Congreso Iberoamericano de Voz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900" b="0" i="0">
                <a:solidFill>
                  <a:srgbClr val="94A3B8"/>
                </a:solidFill>
                <a:latin typeface="Inter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